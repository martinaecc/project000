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88f62c1a749f9" /><Relationship Type="http://schemas.openxmlformats.org/officeDocument/2006/relationships/extended-properties" Target="/docProps/app.xml" Id="R4283ab61e1ec4e78" /><Relationship Type="http://schemas.openxmlformats.org/officeDocument/2006/relationships/officeDocument" Target="/ppt/presentation.xml" Id="Readc800d49bb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fc3a16496e4852"/>
  </p:sldMasterIdLst>
  <p:notesMasterIdLst>
    <p:notesMasterId xmlns:r="http://schemas.openxmlformats.org/officeDocument/2006/relationships" r:id="R44b40dd89888429c"/>
  </p:notesMasterIdLst>
  <p:sldIdLst>
    <p:sldId xmlns:r="http://schemas.openxmlformats.org/officeDocument/2006/relationships" id="256" r:id="R897cbf6965b541d4"/>
    <p:sldId xmlns:r="http://schemas.openxmlformats.org/officeDocument/2006/relationships" id="257" r:id="R04270adeabfe402d"/>
    <p:sldId xmlns:r="http://schemas.openxmlformats.org/officeDocument/2006/relationships" id="258" r:id="Re49d62f200ad4353"/>
    <p:sldId xmlns:r="http://schemas.openxmlformats.org/officeDocument/2006/relationships" id="259" r:id="R5fe009c5e57848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062f7424084586" /><Relationship Type="http://schemas.openxmlformats.org/officeDocument/2006/relationships/slideMaster" Target="/ppt/slideMasters/slideMaster1.xml" Id="R9bfc3a16496e4852" /><Relationship Type="http://schemas.openxmlformats.org/officeDocument/2006/relationships/notesMaster" Target="/ppt/notesMasters/notesMaster1.xml" Id="R44b40dd89888429c" /><Relationship Type="http://schemas.openxmlformats.org/officeDocument/2006/relationships/presProps" Target="/ppt/presProps.xml" Id="R241c8dde6f57421c" /><Relationship Type="http://schemas.openxmlformats.org/officeDocument/2006/relationships/tableStyles" Target="/ppt/tableStyles.xml" Id="R0b9493a2be9944ee" /><Relationship Type="http://schemas.openxmlformats.org/officeDocument/2006/relationships/slide" Target="/ppt/slides/slide1.xml" Id="R897cbf6965b541d4" /><Relationship Type="http://schemas.openxmlformats.org/officeDocument/2006/relationships/slide" Target="/ppt/slides/slide2.xml" Id="R04270adeabfe402d" /><Relationship Type="http://schemas.openxmlformats.org/officeDocument/2006/relationships/slide" Target="/ppt/slides/slide3.xml" Id="Re49d62f200ad4353" /><Relationship Type="http://schemas.openxmlformats.org/officeDocument/2006/relationships/slide" Target="/ppt/slides/slide4.xml" Id="R5fe009c5e578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0c89b4e62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29612587f147f1" /><Relationship Type="http://schemas.openxmlformats.org/officeDocument/2006/relationships/notesMaster" Target="/ppt/notesMasters/notesMaster1.xml" Id="R4d44a8eb343c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74a296ba6545c4" /><Relationship Type="http://schemas.openxmlformats.org/officeDocument/2006/relationships/notesMaster" Target="/ppt/notesMasters/notesMaster1.xml" Id="Rd192ead4cdb54e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56967d46f4323" /><Relationship Type="http://schemas.openxmlformats.org/officeDocument/2006/relationships/notesMaster" Target="/ppt/notesMasters/notesMaster1.xml" Id="R6576c6a21d5245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8090d987d5404c" /><Relationship Type="http://schemas.openxmlformats.org/officeDocument/2006/relationships/notesMaster" Target="/ppt/notesMasters/notesMaster1.xml" Id="R502e9cb4f7f5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01a8bfb8a42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391b4fc1747d3" /><Relationship Type="http://schemas.openxmlformats.org/officeDocument/2006/relationships/slideLayout" Target="/ppt/slideLayouts/slideLayout1.xml" Id="R9a6327f66506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327f66506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3fe81ab1a4b8b" /><Relationship Type="http://schemas.openxmlformats.org/officeDocument/2006/relationships/notesSlide" Target="/ppt/notesSlides/notesSlide1.xml" Id="R959fd89a931d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fc6716a94fb0" /><Relationship Type="http://schemas.openxmlformats.org/officeDocument/2006/relationships/notesSlide" Target="/ppt/notesSlides/notesSlide2.xml" Id="Reff8b8f3972e4e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6f13ff234d53" /><Relationship Type="http://schemas.openxmlformats.org/officeDocument/2006/relationships/notesSlide" Target="/ppt/notesSlides/notesSlide3.xml" Id="R638b85d8f9c9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40f7391647b2" /><Relationship Type="http://schemas.openxmlformats.org/officeDocument/2006/relationships/notesSlide" Target="/ppt/notesSlides/notesSlide4.xml" Id="R8753ae8a87864b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D0596-CD18-4A69-A56A-6C3E6BEA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E391C-4236-45FB-AC37-EBA2134A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F42CA-7176-49B8-93A7-03A0400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19150"/>
            <a:ext cx="32004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5396B-B0EF-4A87-9486-DDAE212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>
                    <a:alpha val="60000"/>
                  </a:srgbClr>
                </a:solidFill>
                <a:latin typeface="Aptos"/>
                <a:ea typeface="Aptos"/>
                <a:cs typeface="Aptos"/>
              </a:rPr>
              <a:t>经营协作复盘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8080E-4195-40DA-BB99-D52E9F2F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81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最近4天工作总结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DB29-DE6F-4D7B-A706-195A7D8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rPr>
              <a:t>AI 协作、自动化、知识库与工程效率 | 2026.06.19-06.22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A56D4-9F6F-4D44-AF7A-BE39D2C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001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沉淀工作流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29D8B-1537-4E6D-B6A8-F41A0C4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EFF76-AAAE-4707-885F-9B1930E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2343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9DD9E-7B7B-47B3-B621-9CE8B804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验证通过项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99D9F-A607-4524-9B55-57A9D0C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多项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E3CC8-536E-4B2C-ABF0-05481E2B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2343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F9761-48CA-4C1E-A76F-CE7CD05B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风险状态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5120B-2414-40CA-B727-F1F5808F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可控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D62E5-52BF-4C7A-B9E8-DF71AC1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3431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9980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DC501-B39D-4466-B637-0937865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51238-3DC7-4A4B-AF1E-089B355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经营协作复盘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78DD0-BF8F-4059-9AC8-55B64ACC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1D0CD-8829-4D99-9EAD-4F285B6B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7C41-69C6-4373-B0DE-4B793CE9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执行快照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E965-FE05-43A1-82A0-5B2287DB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4天内从任务执行推进到可复用系统与长期知识基座。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60AE0-914B-4FD4-92F9-609B6ED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1F605-AB50-41E7-AF5D-D11CEAA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内部复盘 | 来源：本机 Codex memory / rollout summaries | 2026-06-22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51E06-C397-4AFD-8F6F-2A57BCA6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ACAB1-9566-44C2-9D3B-DD8B688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ED60E-12B3-4ADA-B2B0-9A192949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工作流产品化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9C5D2-54B6-4070-ADE3-494E926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2条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91707-70BC-49BF-9934-037EF25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飞书日报 + 钉钉群聊推送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21FD4-B3DE-4663-9859-C2EDB616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63754-1DA4-4956-B4DF-C72AEE7E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2D26-833C-40EF-A8D3-E0E67401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知识库升级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A10E0-3901-405D-A030-01661D9B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5份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6E75F-6A66-48D5-A01A-C626591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合伙人原则 / 驾驶舱等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EC12F-3ECE-42FD-B45B-DC082016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0811-BC72-407B-ACC4-609FA82E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E09A3-8259-4C16-84A5-A74688E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工程资产入库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8EE26-A9AC-4E42-836E-25B54F9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84测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62F19-1C75-4E47-B0A2-DED77910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仓库中文化 + 自动化成果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27A05-08AF-4306-81EB-8FFFC107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EF069-3EA9-4C29-B35D-6AF466E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DB3CC-7211-4EC6-94DD-B759F7D6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可观测能力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CEB37-858D-44D5-937D-7F3AE41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1站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9F734-D7AF-4D48-A908-C24583A1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Codex 用量实时看板</a:t>
            </a:r>
          </a:p>
        </p:txBody>
      </p:sp>
    </p:spTree>
    <p:extLst>
      <p:ext uri="{BB962C8B-B14F-4D97-AF65-F5344CB8AC3E}">
        <p14:creationId xmlns:p14="http://schemas.microsoft.com/office/powerpoint/2010/main" val="16692230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CFEC3-12C3-4DFA-8EBE-F0B3898E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9C290-E67D-4481-9396-2061475A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经营协作复盘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21245-70F7-4DE2-B847-EF7D81C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E4BC5-FDF8-42DC-822F-33DDE22F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14684-1D92-4237-9FCF-E1753759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4天推进节奏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DF42-CECA-433F-8561-48701B9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主线：从单点执行、文档沉淀，推进到可监控、可复用的协作系统。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D7A15-E352-4B2B-8D32-1DC97599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3631F-F8B2-43C1-8195-72968D22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内部复盘 | 不含虚构业务指标 | 仅写已验证成果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0E6E9-39A1-4949-9FFB-DD92E978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27433-F870-421F-AD31-2E8DFD5E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5867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E3980-E9CF-4435-B257-2040B38A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5867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EAAE6-8CAE-4C6E-A6B7-525DF500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5867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19338-FF6B-4D1D-B48C-13D18191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58674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CB17F-1504-44C9-A856-D08659FF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60495"/>
            <a:ext cx="533400" cy="8401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E4B13-E413-4A03-A510-932BE1B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D5D30-E21E-4020-B86B-C952113C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80460"/>
            <a:ext cx="533400" cy="1120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03220-C8EB-4CDD-84CC-2137EF0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1A251-89E4-4B62-89B2-FF3C39C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00475"/>
            <a:ext cx="533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CE6C1-04B8-41BA-8D5F-40B5A47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75FCF-19A5-45DD-9438-09CCEB3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40430"/>
            <a:ext cx="533400" cy="13601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BB63D-6C96-4E9F-A49E-A41BF8C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4542B-9B0B-49D8-8806-9E890CD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0448"/>
            <a:ext cx="533400" cy="1220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01ABC-F809-4139-9359-44E7AFE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62213-22FA-408A-A489-CEFF869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40405"/>
            <a:ext cx="533400" cy="1560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0D2D6-A56B-4F9C-A3D5-364E01D3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6/22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54BC9-11C3-40B3-9C18-57A4E75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105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76E99-011A-4DE8-8164-955E3D74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>
                    <a:alpha val="6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>
                    <a:alpha val="60000"/>
                  </a:srgbClr>
                </a:solidFill>
                <a:latin typeface="Aptos"/>
                <a:ea typeface="Aptos"/>
                <a:cs typeface="Aptos"/>
              </a:rPr>
              <a:t>系统化速度提升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FF306-C570-4CE7-B628-CF3BA3F6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5类成果形成闭环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8278C-41CC-49C1-9CB4-58C09686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9100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rPr>
              <a:t>下一步：复盘机制产品化。</a:t>
            </a:r>
          </a:p>
        </p:txBody>
      </p:sp>
    </p:spTree>
    <p:extLst>
      <p:ext uri="{BB962C8B-B14F-4D97-AF65-F5344CB8AC3E}">
        <p14:creationId xmlns:p14="http://schemas.microsoft.com/office/powerpoint/2010/main" val="17346399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D30A5-768C-4B97-B9EB-A7C3E07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E4029-28CB-4C00-B753-8602986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56B"/>
                </a:solidFill>
                <a:latin typeface="Aptos"/>
                <a:ea typeface="Aptos"/>
                <a:cs typeface="Aptos"/>
              </a:rPr>
              <a:t>经营协作复盘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E4918-EF17-4E02-96E8-508E68B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5ED0-A61A-4D4C-BDAF-4B654FC2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47D3A-C332-4A9C-8221-55EE10C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风险、决策与负责人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341CD-C2D1-43BC-8F1C-56DBF13D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把本轮复盘转化成下一轮持续动作。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56E47-B2F5-4BCE-B7CE-0416DF55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95CC1-BA3D-4931-86F0-F8BE43D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F75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756B"/>
                </a:solidFill>
                <a:latin typeface="Aptos"/>
                <a:ea typeface="Aptos"/>
                <a:cs typeface="Aptos"/>
              </a:rPr>
              <a:t>内部复盘 | Owner 默认：我 +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FFB7C-93E5-474D-91B7-E8FA058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1F4A0-99CA-4307-82C1-93BF48D6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行动 / 决策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9414F-B78D-48E1-A0FB-7B39856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346DA-64D3-4C7F-8671-B7AA700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B7D21-11F4-4ED2-9D61-37AE8C6D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6DB60-28E7-4E6A-B649-3D3D2F14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860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截止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633BD-338A-4FFA-BD07-F248C938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98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F7F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55B77-C6A2-4B7B-BDA9-9B928DB8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176FF-A19C-448B-BEEB-7A29CB9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6FC33-D057-473C-952B-B2CC98C1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继续沉淀日报/月报复盘机制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D8F65-5C8D-4927-85DC-63C75E6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1A210-36B0-4588-9B53-9C6AFC8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我 + Codex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E9774-615D-4905-AB2F-AA794AD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48483-54D9-4085-BB64-C2A7E29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本周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671C2-5F89-411C-9FD7-3EAA5713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6D51F-F3F3-4485-98EC-7386313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进行中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4D914-2E16-452F-B145-4A949CB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27EDA3-279D-4DA7-B4BF-FCF4FFCB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自动化运行态定期复验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2D9DA-2914-4793-BD61-A11DFC5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942D2-0250-4563-BC8A-41E3876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我 + Codex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A5609-A662-4F2D-9F6A-1F6AFD7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AFA35-FA9E-4DA3-A91D-E14A191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6/24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7D59E1-70B0-448B-B6A8-FB574D0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E048CF-EDE2-43F4-9457-14187027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待复查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C1D38-9DF0-4ACE-B4EC-9BD48C5B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10ED23-DF4E-42B0-80E1-7BB047D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经营驾驶舱下一轮扩展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D376B-7D3C-4F72-86ED-C95A9F9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7F829E-26F3-4532-8BEA-8BCF75E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我 +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216BA9-8699-4882-8F50-7D66F448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57650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F5087-1591-4AA2-9819-499A839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6/30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39EC28-1BB2-4DBD-B16A-DD6184C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CE3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7C095-606B-4473-9C39-AD314E4D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规划中</a:t>
            </a:r>
          </a:p>
        </p:txBody>
      </p:sp>
    </p:spTree>
    <p:extLst>
      <p:ext uri="{BB962C8B-B14F-4D97-AF65-F5344CB8AC3E}">
        <p14:creationId xmlns:p14="http://schemas.microsoft.com/office/powerpoint/2010/main" val="17805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2026-06-22T14:36:28.9980000Z</dcterms:created>
  <dcterms:modified xsi:type="dcterms:W3CDTF">2026-06-22T14:36:28.9980000Z</dcterms:modified>
</coreProperties>
</file>